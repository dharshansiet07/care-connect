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rygada 1918"/>
      <p:regular r:id="rId201314"/>
    </p:embeddedFont>
    <p:embeddedFont>
      <p:font typeface="Brygada 1918 Medium"/>
      <p:regular r:id="rId201315"/>
    </p:embeddedFont>
    <p:embeddedFont>
      <p:font typeface="Brygada 1918 SemiBold"/>
      <p:regular r:id="rId201316"/>
    </p:embeddedFont>
    <p:embeddedFont>
      <p:font typeface="Brygada 1918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1302023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CareConnect — A Mobile App for Finding &amp; Managing Medical Care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650703"/>
            <a:ext cx="472276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 patient-centered medical app concept that helps users discover nearby hospitals and specialist doctors, view rich facility profiles, book and track appointments, communicate remotely, and get quick, evidence-backed answers from a medical AI assistant. This deck outlines core features, user journeys, data needs, and an implementation roadmap for stakeholders — patients, caregivers, and healthcare app developers.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1212056"/>
            <a:ext cx="4722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Why this app matters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1708175"/>
            <a:ext cx="4722763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  Many patients struggle to find appropriate care quickly, verify facility details, or keep appointments. CareConnect reduces friction by:     - Locating nearby hospitals and specialists based on real-time location,     - Providing verified hospital profiles and contact/appointment tools,     - Tracking attendance and automating rescheduling,     - Enabling remote voice/video consultations, and     - Offering a medical AI assistant that provides referenced, easy-to-understand guidance.   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236937"/>
            <a:ext cx="4722763" cy="694432"/>
          </a:xfrm>
          <a:prstGeom prst="roundRect">
            <a:avLst>
              <a:gd name="adj" fmla="val 26794"/>
            </a:avLst>
          </a:prstGeom>
          <a:solidFill>
            <a:srgbClr val="EAEDD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92" y="3416722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28071" y="3391867"/>
            <a:ext cx="4195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Focus: convenience, trust, and continuity of care — designed for patients, caregivers, and clinicians.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379288"/>
            <a:ext cx="4722763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Core feature 1 — Find nearby hospitals &amp; specialists</a:t>
            </a:r>
            <a:endParaRPr lang="en-US" sz="1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39428"/>
            <a:ext cx="295573" cy="2955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575792"/>
            <a:ext cx="47227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Real-time geolocation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96119" y="1828056"/>
            <a:ext cx="472276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Automatic detection of user location and dynamic listing of nearby hospitals, clinics, and urgent care centers with distance and travel time estimates.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22773"/>
            <a:ext cx="295573" cy="2955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19" y="2859137"/>
            <a:ext cx="47227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Advanced filters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96119" y="3111401"/>
            <a:ext cx="472276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Filter by specialty, open now, insurance accepted, ratings, or telehealth options so users quickly find the care they need.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06118"/>
            <a:ext cx="295573" cy="2955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119" y="4142482"/>
            <a:ext cx="47227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List &amp; map toggle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96119" y="4394746"/>
            <a:ext cx="472276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Switch between a map view for location context and a list view for quick scanning and sorting.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1328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Core feature 2 — Hospital &amp; doctor profiles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659434"/>
            <a:ext cx="8151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  Each hospital entry includes structured sections to ensure consistent, actionable information:     - Hospital name, address, hours, photos, departments, accreditation and specialties,     - Specialist doctor roster (name, specialty, credentials, availability),     - Patient records link (secure access to past visits, documents, imaging),     - Contact numbers and direction links,     - In-app appointment booking form and confirmation flow available for any searched hospital.   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592809"/>
            <a:ext cx="1159446" cy="1449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10569" y="2592809"/>
            <a:ext cx="268389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Verified clinician details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810569" y="2861072"/>
            <a:ext cx="268389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Qualifications, languages, consultation modes (in‑person / telehealth), and verified patient reviews.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465" y="2592809"/>
            <a:ext cx="1159520" cy="14493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63989" y="2592809"/>
            <a:ext cx="268389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Patient records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963989" y="2861072"/>
            <a:ext cx="268389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Encrypted storage of visits, lab results, prescriptions, and uploaded documents accessible to the patient and authorized providers.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1057052"/>
            <a:ext cx="472276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Core feature 3 — Appointment booking &amp; schedule tracking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1863254"/>
            <a:ext cx="4722763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  The app manages the full appointment lifecycle:     - Book: Choose date/time, provider, reason for visit; confirm with in-app or SMS notification.     - Track: Personal appointment calendar, push reminders, and attendance status (checked-in / no-show).     - Reschedule: If the patient misses an appointment or requests a change, the system suggests the next available slots and performs automated rescheduling with user consent.     - Integrations: Optional sync with device calendar and EHR appointment APIs for two-way updates.   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3392016"/>
            <a:ext cx="4722763" cy="694432"/>
          </a:xfrm>
          <a:prstGeom prst="roundRect">
            <a:avLst>
              <a:gd name="adj" fmla="val 26794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92" y="3571801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9071" y="3546946"/>
            <a:ext cx="4195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Design requirement: granular consent and audit logs for appointment updates and notifications.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922809"/>
            <a:ext cx="472276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Core feature 4 — Find &amp; contact specialist doctors</a:t>
            </a:r>
            <a:endParaRPr lang="en-US" sz="1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29011"/>
            <a:ext cx="310083" cy="3100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1206" y="1729011"/>
            <a:ext cx="42576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City-wide specialist search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961206" y="1997273"/>
            <a:ext cx="425767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Search by specialty, symptoms, or procedure to locate appropriate specialists across the city with availability and proximity indicators.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642220"/>
            <a:ext cx="310083" cy="3100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1206" y="2642220"/>
            <a:ext cx="42576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Direct contact &amp; telehealth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961206" y="2910483"/>
            <a:ext cx="425767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In-app voice and video calls for remote consultations. Click-to-call and secure messaging if the provider allows.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555429"/>
            <a:ext cx="310083" cy="3100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1206" y="3555429"/>
            <a:ext cx="42576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Pre-consultation intake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961206" y="3823692"/>
            <a:ext cx="425767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Collect brief symptom history and attachments (photos, reports) prior to remote or in-person visits to make consultations efficient.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957783"/>
            <a:ext cx="472276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Core feature 5 — Medical AI assistant (chatbot)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1763985"/>
            <a:ext cx="472276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  The built-in AI assistant provides quick, evidence-based guidance for common symptoms and administrative questions while clarifying limitations:     - Symptom triage: Non-urgent guidance, recommended next steps, and red-flag warnings directing users to emergency care when necessary.     - Reference-backed answers: Responses include links or citations to trusted resources, guideline summaries, or suggested reading.     - Documentation: Ability to attach a short recorded video or photo and receive annotated feedback when clinically safe.     - Escalation: Seamless handoff to schedule an appointment or connect to a clinician if needed.   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3491210"/>
            <a:ext cx="4722763" cy="694432"/>
          </a:xfrm>
          <a:prstGeom prst="roundRect">
            <a:avLst>
              <a:gd name="adj" fmla="val 26794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92" y="3670995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9071" y="3646140"/>
            <a:ext cx="4195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AI must always show disclaimers, sources, and encourage clinical follow-up for diagnostic uncertainty.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1140544"/>
            <a:ext cx="4722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Privacy, security, &amp; compliance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496119" y="1636663"/>
            <a:ext cx="2299395" cy="1319585"/>
          </a:xfrm>
          <a:prstGeom prst="roundRect">
            <a:avLst>
              <a:gd name="adj" fmla="val 14101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4855" y="1765399"/>
            <a:ext cx="20419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HIPAA &amp; data protection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4855" y="2033662"/>
            <a:ext cx="20419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Encrypted data-at-rest and in-transit, granular access controls, and audit trails for every record access or appointment action.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19487" y="1636663"/>
            <a:ext cx="2299395" cy="1319585"/>
          </a:xfrm>
          <a:prstGeom prst="roundRect">
            <a:avLst>
              <a:gd name="adj" fmla="val 14101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48223" y="1765399"/>
            <a:ext cx="20419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User consent &amp; sharing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48223" y="2033662"/>
            <a:ext cx="20419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Explicit consent flows for record sharing, provider access, and telehealth sessions. Easy revocation and export options.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96119" y="3080221"/>
            <a:ext cx="4722763" cy="922660"/>
          </a:xfrm>
          <a:prstGeom prst="roundRect">
            <a:avLst>
              <a:gd name="adj" fmla="val 20167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4855" y="3208958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Clinical safety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4855" y="3477220"/>
            <a:ext cx="44652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Medical AI is constrained to triage and information; logs of AI guidance are saved and surfaced to clinicians during consultations.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1212056"/>
            <a:ext cx="4722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 model &amp; integrations (high level)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1708175"/>
            <a:ext cx="4722763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  Key data elements and integrations:     - Entities: User profile, patient record, provider profile, facility, appointment, messages, AI interaction logs.     - Integrations: FHIR-based EHR read/write (where permitted), calendar sync (iCal/Google Calendar), SMS/telephony providers, secure video SDK, and insurer/eligibility APIs.     - Operational notes: Idempotent booking flows, optimistic UI updates, conflict resolution for appointment slots, and monitoring for no-show patterns.   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236937"/>
            <a:ext cx="4722763" cy="694432"/>
          </a:xfrm>
          <a:prstGeom prst="roundRect">
            <a:avLst>
              <a:gd name="adj" fmla="val 26794"/>
            </a:avLst>
          </a:prstGeom>
          <a:solidFill>
            <a:srgbClr val="EAEDD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92" y="3416722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28071" y="3391867"/>
            <a:ext cx="4195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Prioritize opt-in EHR connections and staged integration to reduce time-to-market.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355104"/>
            <a:ext cx="4722763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Roadmap &amp; next steps</a:t>
            </a:r>
            <a:endParaRPr lang="en-US" sz="1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758949"/>
            <a:ext cx="4722763" cy="26446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3506614"/>
            <a:ext cx="4722763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   Immediate recommendations:     - Build an MVP focusing on location-based search, verified profiles, and appointment booking.     - Pilot telehealth with a small network of clinics while developing the AI assistant in parallel with clinician oversight.     - Iteratively add EHR integrations and insurer checks once initial user flows are validated.   </a:t>
            </a:r>
            <a:endParaRPr lang="en-US" sz="800" dirty="0"/>
          </a:p>
        </p:txBody>
      </p:sp>
      <p:sp>
        <p:nvSpPr>
          <p:cNvPr id="6" name="Shape 2"/>
          <p:cNvSpPr/>
          <p:nvPr/>
        </p:nvSpPr>
        <p:spPr>
          <a:xfrm>
            <a:off x="496119" y="4243908"/>
            <a:ext cx="4722763" cy="544413"/>
          </a:xfrm>
          <a:prstGeom prst="roundRect">
            <a:avLst>
              <a:gd name="adj" fmla="val 29372"/>
            </a:avLst>
          </a:prstGeom>
          <a:solidFill>
            <a:srgbClr val="B6FCB8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79" y="4393406"/>
            <a:ext cx="133201" cy="1065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2442" y="4362152"/>
            <a:ext cx="4269879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Next meeting: define MVP acceptance criteria, security baseline, and a 90-day delivery plan.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2026-07-25T07:00:26Z</dcterms:created>
  <dcterms:modified xsi:type="dcterms:W3CDTF">2026-07-25T07:00:26Z</dcterms:modified>
</cp:coreProperties>
</file>